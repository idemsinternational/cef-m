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3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BAEAF-94FB-4C0C-B4DE-9C378F5AA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183D1-E26B-404D-9686-E7A6257C6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C891B-26C2-4708-8073-4B4FC1F80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E08C-F867-4931-ABFD-C10924AB546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9489D-439A-4D70-9BDF-080C053E4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66500-9E16-4162-941D-6A9B90FF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1145-4148-47BA-877F-090D1C5F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038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0B74B-D67E-4D4B-878A-0F5989698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25FF5-C994-4A5D-81A0-F69DCF9C4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C1B18-51FE-4D41-80A4-B9CE0DF42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E08C-F867-4931-ABFD-C10924AB546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A0CD2-61C6-4B3E-B1E2-59466B051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4A28A-CF87-4A98-AD92-EB418ABF2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1145-4148-47BA-877F-090D1C5F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7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78811-0062-4F01-BEAC-217A77A84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88561-9149-4512-B719-E9DA3E756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EE4D5-32C4-492D-BA48-2810D8AA5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E08C-F867-4931-ABFD-C10924AB546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30EFF-9271-47B9-96E7-5669A9C6B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5BFBA-6F37-4758-8AFB-A4268C4EF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1145-4148-47BA-877F-090D1C5F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58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ADD7-D7D2-495C-ACF7-7EC625D30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3BB9A-AE8A-4B3A-9DDA-FCFC2BAE3B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19B03-6BE9-40A6-871C-AAF2A3C18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EE863-8A53-4F39-BADA-405C5207C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E08C-F867-4931-ABFD-C10924AB546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9EE26-A849-4569-B713-5E9672057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633D9-64CE-46E8-9865-287C3A4A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1145-4148-47BA-877F-090D1C5F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24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709CE-C2C7-4B61-B183-3EA4066A9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BC372-9AD3-4C5C-9145-1EA74E1C1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EE73AD-B745-4F9F-AE0E-291E700E2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EF2C05-623D-4FAA-A16D-6DE76DAA8A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551D8C-BBD6-4D85-9400-F53E3A7215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8302F1-BAE8-433D-8EC4-6ACCD660C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E08C-F867-4931-ABFD-C10924AB546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FDA6DF-6589-46B4-B4EF-AF62B99C8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760A2B-29B1-42DB-8079-914F9DE2E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1145-4148-47BA-877F-090D1C5F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2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2E66E-1D64-4A1A-92E1-CACE8784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AB261-FDE8-4AAD-A461-C33DF96A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E08C-F867-4931-ABFD-C10924AB546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CDE7EA-A02B-44D1-93C2-79FADEA9B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E4168-8222-4A30-B46A-C921F940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1145-4148-47BA-877F-090D1C5F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95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94C16A-02A5-438C-AAD9-3BD623BA6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E08C-F867-4931-ABFD-C10924AB546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4F27FF-C6AD-46A9-8132-1A5E6D90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AAAAE-B1CF-4235-BFAB-E1C602A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1145-4148-47BA-877F-090D1C5F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19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7176-E6A7-468D-9339-5C141901E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E343-A290-4CE0-86DF-C02E57B5E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A4C35-7A7C-475F-9901-6CF65AA8A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35099-EB29-458A-96CB-C9EF20073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E08C-F867-4931-ABFD-C10924AB546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4044D-E718-405D-907E-456826FFE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12C31-A885-444D-8299-2317BEE9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1145-4148-47BA-877F-090D1C5F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82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94AE2-F3CC-40C7-AC31-702A4AE06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1284EF-3967-4C4B-B46F-E68E3458B3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4FB5A-2505-4BE3-A15C-71B6BC843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E0437-853B-4BAC-AFB6-0A28D6EAC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E08C-F867-4931-ABFD-C10924AB546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2B8A60-5CA6-4B75-8A14-37965927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FB35D-C1FA-49DE-A9ED-01CAA05F9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1145-4148-47BA-877F-090D1C5F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95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D74DD-448C-46EA-B4EC-D072382B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B0B607-580E-459D-9914-630B91651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5D2D-D19E-4A07-9897-B1F122FB1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E08C-F867-4931-ABFD-C10924AB546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5E1A1-9A2B-4B69-9FAB-44DFBE6DA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3F9CC-40E6-42EC-A1D5-ED7E2E77B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1145-4148-47BA-877F-090D1C5F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94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8AA915-7819-425B-BCEB-8778788D8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35851-DF6A-4205-B0D7-158F848CD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058B3-1FFD-42D4-BBBC-5243613B3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2E08C-F867-4931-ABFD-C10924AB546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4E489-424E-4282-AE4A-3DAD066FA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9EB87-F59A-41E4-876B-F16352E4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41145-4148-47BA-877F-090D1C5F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6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F0F0F8-342A-439E-A4A8-7D557B80D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3250D-6B80-4631-9FF1-D1B03C627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17992-F5E4-420E-AAF8-DD31F1DAB6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2E08C-F867-4931-ABFD-C10924AB546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2C645-6C57-41B5-97E0-44E691D6F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BF927-69B4-4B46-89FE-0C535ADC4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41145-4148-47BA-877F-090D1C5F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98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67EFF8-F50D-4444-AAE7-455588C46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28" y="580913"/>
            <a:ext cx="2841838" cy="14455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AEEEB3-A2B3-4EC2-B87B-ED91D549FE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3" t="12727" r="8480" b="16364"/>
          <a:stretch/>
        </p:blipFill>
        <p:spPr>
          <a:xfrm>
            <a:off x="796715" y="948464"/>
            <a:ext cx="1445454" cy="8229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EEABBF-9ED4-4445-82D2-775DB98971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761"/>
          <a:stretch/>
        </p:blipFill>
        <p:spPr>
          <a:xfrm>
            <a:off x="8141339" y="2011680"/>
            <a:ext cx="947616" cy="10546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ECA7E6-307E-4FF2-8845-A4A1345A5A6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0551"/>
          <a:stretch/>
        </p:blipFill>
        <p:spPr>
          <a:xfrm>
            <a:off x="7011460" y="1986741"/>
            <a:ext cx="901764" cy="10604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BD6FC6-E525-4D3E-BC71-8743F56701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657" y="28143"/>
            <a:ext cx="932332" cy="13348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503E61B-59ED-450B-A2B9-9843C9235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2305" y="0"/>
            <a:ext cx="947616" cy="13653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870602E-206E-4C50-972D-6D5FC1F0EE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0236" y="11517"/>
            <a:ext cx="901764" cy="1334814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EA5E203-88ED-4FD0-A6B0-FD0DDD6A104F}"/>
              </a:ext>
            </a:extLst>
          </p:cNvPr>
          <p:cNvGrpSpPr/>
          <p:nvPr/>
        </p:nvGrpSpPr>
        <p:grpSpPr>
          <a:xfrm>
            <a:off x="5969165" y="2003366"/>
            <a:ext cx="944166" cy="1035556"/>
            <a:chOff x="5969165" y="2028305"/>
            <a:chExt cx="944166" cy="103555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29224E7-C7B7-46E7-B965-81D6D38076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22419"/>
            <a:stretch/>
          </p:blipFill>
          <p:spPr>
            <a:xfrm>
              <a:off x="5969165" y="2028305"/>
              <a:ext cx="932332" cy="103555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A8AA3F4-CA80-47F9-B327-54652F089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3353" y="2580067"/>
              <a:ext cx="869978" cy="481094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B65EB13-BA26-4C76-B1C1-ACDB57A7A14E}"/>
              </a:ext>
            </a:extLst>
          </p:cNvPr>
          <p:cNvGrpSpPr/>
          <p:nvPr/>
        </p:nvGrpSpPr>
        <p:grpSpPr>
          <a:xfrm>
            <a:off x="7002714" y="3186547"/>
            <a:ext cx="944166" cy="1035556"/>
            <a:chOff x="5969165" y="2028305"/>
            <a:chExt cx="944166" cy="1035556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7CEA4DF-40AC-453E-B205-43409603CE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22419"/>
            <a:stretch/>
          </p:blipFill>
          <p:spPr>
            <a:xfrm>
              <a:off x="5969165" y="2028305"/>
              <a:ext cx="932332" cy="103555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D2127FA-B55F-4FDC-AAE1-5FE7B60FD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3353" y="2580067"/>
              <a:ext cx="869978" cy="481094"/>
            </a:xfrm>
            <a:prstGeom prst="rect">
              <a:avLst/>
            </a:prstGeom>
          </p:spPr>
        </p:pic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B6C00DCB-D9E7-401A-AB45-C6E309BF04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761"/>
          <a:stretch/>
        </p:blipFill>
        <p:spPr>
          <a:xfrm>
            <a:off x="5966177" y="3178233"/>
            <a:ext cx="947616" cy="105460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9B3FAAB-C7C7-4075-9032-92AFBC307CF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0551"/>
          <a:stretch/>
        </p:blipFill>
        <p:spPr>
          <a:xfrm>
            <a:off x="5950202" y="4366952"/>
            <a:ext cx="901764" cy="10604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4F84D51-97F7-4676-99A7-19A8024FCFF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0551"/>
          <a:stretch/>
        </p:blipFill>
        <p:spPr>
          <a:xfrm>
            <a:off x="8161386" y="3219795"/>
            <a:ext cx="901764" cy="1060493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5705863-ACB0-4523-9434-679D8ECB4C5B}"/>
              </a:ext>
            </a:extLst>
          </p:cNvPr>
          <p:cNvGrpSpPr/>
          <p:nvPr/>
        </p:nvGrpSpPr>
        <p:grpSpPr>
          <a:xfrm>
            <a:off x="8152640" y="4411287"/>
            <a:ext cx="944166" cy="1035556"/>
            <a:chOff x="5969165" y="2028305"/>
            <a:chExt cx="944166" cy="1035556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A2437DE-1611-4D82-8E61-6D4FC7C714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22419"/>
            <a:stretch/>
          </p:blipFill>
          <p:spPr>
            <a:xfrm>
              <a:off x="5969165" y="2028305"/>
              <a:ext cx="932332" cy="1035556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066C68B-F10A-4C40-A2E1-104C17698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3353" y="2580067"/>
              <a:ext cx="869978" cy="481094"/>
            </a:xfrm>
            <a:prstGeom prst="rect">
              <a:avLst/>
            </a:prstGeom>
          </p:spPr>
        </p:pic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6BA33BD3-26CA-40BD-AFA4-0C06026EBB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761"/>
          <a:stretch/>
        </p:blipFill>
        <p:spPr>
          <a:xfrm>
            <a:off x="6991413" y="4386349"/>
            <a:ext cx="947616" cy="1054605"/>
          </a:xfrm>
          <a:prstGeom prst="rect">
            <a:avLst/>
          </a:prstGeom>
        </p:spPr>
      </p:pic>
      <p:sp>
        <p:nvSpPr>
          <p:cNvPr id="32" name="Arrow: Down 31">
            <a:extLst>
              <a:ext uri="{FF2B5EF4-FFF2-40B4-BE49-F238E27FC236}">
                <a16:creationId xmlns:a16="http://schemas.microsoft.com/office/drawing/2014/main" id="{CA92B75C-1A79-4F9B-B6FE-2F6E083BABB9}"/>
              </a:ext>
            </a:extLst>
          </p:cNvPr>
          <p:cNvSpPr/>
          <p:nvPr/>
        </p:nvSpPr>
        <p:spPr>
          <a:xfrm>
            <a:off x="6284424" y="3025831"/>
            <a:ext cx="249382" cy="174568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19AF79A5-947B-42B0-A2AF-5AE5EB8E60FD}"/>
              </a:ext>
            </a:extLst>
          </p:cNvPr>
          <p:cNvSpPr/>
          <p:nvPr/>
        </p:nvSpPr>
        <p:spPr>
          <a:xfrm>
            <a:off x="6278882" y="4217322"/>
            <a:ext cx="249382" cy="174568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D7868617-EF74-45F9-8B3E-81D55BF3FDC9}"/>
              </a:ext>
            </a:extLst>
          </p:cNvPr>
          <p:cNvSpPr/>
          <p:nvPr/>
        </p:nvSpPr>
        <p:spPr>
          <a:xfrm>
            <a:off x="7295806" y="3014747"/>
            <a:ext cx="249382" cy="174568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BCFCD817-F737-4DA5-ABC1-3B7AD7E09549}"/>
              </a:ext>
            </a:extLst>
          </p:cNvPr>
          <p:cNvSpPr/>
          <p:nvPr/>
        </p:nvSpPr>
        <p:spPr>
          <a:xfrm>
            <a:off x="7315202" y="4197925"/>
            <a:ext cx="249382" cy="174568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FF56A8C1-CDCD-4692-A1E0-82465B7EDDC9}"/>
              </a:ext>
            </a:extLst>
          </p:cNvPr>
          <p:cNvSpPr/>
          <p:nvPr/>
        </p:nvSpPr>
        <p:spPr>
          <a:xfrm>
            <a:off x="8481755" y="3061853"/>
            <a:ext cx="249382" cy="174568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035B07BD-596A-4520-82C2-B0C2DA98C85F}"/>
              </a:ext>
            </a:extLst>
          </p:cNvPr>
          <p:cNvSpPr/>
          <p:nvPr/>
        </p:nvSpPr>
        <p:spPr>
          <a:xfrm>
            <a:off x="8442962" y="4245032"/>
            <a:ext cx="249382" cy="174568"/>
          </a:xfrm>
          <a:prstGeom prst="downArrow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66691F-6184-4209-86C3-78FD5FE5D0E8}"/>
              </a:ext>
            </a:extLst>
          </p:cNvPr>
          <p:cNvSpPr txBox="1"/>
          <p:nvPr/>
        </p:nvSpPr>
        <p:spPr>
          <a:xfrm>
            <a:off x="5104014" y="2211186"/>
            <a:ext cx="665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650A39-C707-4494-871B-418FD03CA8C1}"/>
              </a:ext>
            </a:extLst>
          </p:cNvPr>
          <p:cNvSpPr txBox="1"/>
          <p:nvPr/>
        </p:nvSpPr>
        <p:spPr>
          <a:xfrm>
            <a:off x="5104015" y="3386052"/>
            <a:ext cx="65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/>
            </a:lvl1pPr>
          </a:lstStyle>
          <a:p>
            <a:r>
              <a:rPr lang="en-US" dirty="0"/>
              <a:t>S2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9D7306-1A57-4474-B532-69EF4208EF28}"/>
              </a:ext>
            </a:extLst>
          </p:cNvPr>
          <p:cNvSpPr txBox="1"/>
          <p:nvPr/>
        </p:nvSpPr>
        <p:spPr>
          <a:xfrm>
            <a:off x="5162204" y="4585856"/>
            <a:ext cx="628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676FCF-CA8D-417B-AF3F-BD514EF79E5D}"/>
              </a:ext>
            </a:extLst>
          </p:cNvPr>
          <p:cNvSpPr txBox="1"/>
          <p:nvPr/>
        </p:nvSpPr>
        <p:spPr>
          <a:xfrm>
            <a:off x="6054436" y="1307870"/>
            <a:ext cx="665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230740-AE6C-4A52-937A-7FBAAA667602}"/>
              </a:ext>
            </a:extLst>
          </p:cNvPr>
          <p:cNvSpPr txBox="1"/>
          <p:nvPr/>
        </p:nvSpPr>
        <p:spPr>
          <a:xfrm>
            <a:off x="7096298" y="1327267"/>
            <a:ext cx="665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E8B0C7-C590-484F-82E1-262ED310CF6C}"/>
              </a:ext>
            </a:extLst>
          </p:cNvPr>
          <p:cNvSpPr txBox="1"/>
          <p:nvPr/>
        </p:nvSpPr>
        <p:spPr>
          <a:xfrm>
            <a:off x="8212974" y="1346664"/>
            <a:ext cx="665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P3</a:t>
            </a:r>
          </a:p>
        </p:txBody>
      </p:sp>
    </p:spTree>
    <p:extLst>
      <p:ext uri="{BB962C8B-B14F-4D97-AF65-F5344CB8AC3E}">
        <p14:creationId xmlns:p14="http://schemas.microsoft.com/office/powerpoint/2010/main" val="154974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B054C9F-CB5D-49F0-9002-C27D57E6E5C0}"/>
              </a:ext>
            </a:extLst>
          </p:cNvPr>
          <p:cNvGrpSpPr/>
          <p:nvPr/>
        </p:nvGrpSpPr>
        <p:grpSpPr>
          <a:xfrm>
            <a:off x="4457701" y="1783976"/>
            <a:ext cx="4585445" cy="3065930"/>
            <a:chOff x="4457701" y="1783976"/>
            <a:chExt cx="4585445" cy="306593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1596966-6470-4481-A36F-81804F222F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009" b="4399"/>
            <a:stretch/>
          </p:blipFill>
          <p:spPr>
            <a:xfrm>
              <a:off x="4457701" y="2447365"/>
              <a:ext cx="4585445" cy="2402541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CB0209-C77E-4315-A0EB-F9658FCD42D4}"/>
                </a:ext>
              </a:extLst>
            </p:cNvPr>
            <p:cNvSpPr txBox="1"/>
            <p:nvPr/>
          </p:nvSpPr>
          <p:spPr>
            <a:xfrm>
              <a:off x="4885764" y="1819835"/>
              <a:ext cx="7709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S1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F9659C0-8F49-4C40-BDA0-86EECDC8378D}"/>
                </a:ext>
              </a:extLst>
            </p:cNvPr>
            <p:cNvSpPr txBox="1"/>
            <p:nvPr/>
          </p:nvSpPr>
          <p:spPr>
            <a:xfrm>
              <a:off x="6436658" y="1792941"/>
              <a:ext cx="7709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S2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E5C152-3DD7-46FF-8A3B-380FF1603489}"/>
                </a:ext>
              </a:extLst>
            </p:cNvPr>
            <p:cNvSpPr txBox="1"/>
            <p:nvPr/>
          </p:nvSpPr>
          <p:spPr>
            <a:xfrm>
              <a:off x="7853082" y="1783976"/>
              <a:ext cx="7709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S3</a:t>
              </a:r>
            </a:p>
          </p:txBody>
        </p:sp>
      </p:grpSp>
      <p:sp>
        <p:nvSpPr>
          <p:cNvPr id="8" name="Arrow: Right 7">
            <a:extLst>
              <a:ext uri="{FF2B5EF4-FFF2-40B4-BE49-F238E27FC236}">
                <a16:creationId xmlns:a16="http://schemas.microsoft.com/office/drawing/2014/main" id="{22FB7032-2DA3-4111-98DA-93351DEAD4C8}"/>
              </a:ext>
            </a:extLst>
          </p:cNvPr>
          <p:cNvSpPr/>
          <p:nvPr/>
        </p:nvSpPr>
        <p:spPr>
          <a:xfrm>
            <a:off x="5737412" y="3021107"/>
            <a:ext cx="555812" cy="304800"/>
          </a:xfrm>
          <a:prstGeom prst="rightArrow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D2D045F-5C58-4E7E-A4DD-FB0AD1F2DDB6}"/>
              </a:ext>
            </a:extLst>
          </p:cNvPr>
          <p:cNvSpPr/>
          <p:nvPr/>
        </p:nvSpPr>
        <p:spPr>
          <a:xfrm>
            <a:off x="7216588" y="3003178"/>
            <a:ext cx="555812" cy="304800"/>
          </a:xfrm>
          <a:prstGeom prst="rightArrow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10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A8D9506-C3F6-41FF-ACB0-6D8731B5B759}"/>
              </a:ext>
            </a:extLst>
          </p:cNvPr>
          <p:cNvGrpSpPr/>
          <p:nvPr/>
        </p:nvGrpSpPr>
        <p:grpSpPr>
          <a:xfrm>
            <a:off x="3953434" y="1936379"/>
            <a:ext cx="4419157" cy="2859740"/>
            <a:chOff x="3953434" y="1936379"/>
            <a:chExt cx="4419157" cy="285974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1305AF1-2A59-4122-96DA-F0D5452FA6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943" t="17070" b="4962"/>
            <a:stretch/>
          </p:blipFill>
          <p:spPr>
            <a:xfrm>
              <a:off x="3953434" y="2429435"/>
              <a:ext cx="4419157" cy="236668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BEF8ECF-F7A2-4A98-8430-5FC64408223B}"/>
                </a:ext>
              </a:extLst>
            </p:cNvPr>
            <p:cNvSpPr txBox="1"/>
            <p:nvPr/>
          </p:nvSpPr>
          <p:spPr>
            <a:xfrm>
              <a:off x="4123760" y="1936379"/>
              <a:ext cx="7709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S1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1A0F4B2-1F98-47B2-B22A-513C0CF04441}"/>
                </a:ext>
              </a:extLst>
            </p:cNvPr>
            <p:cNvSpPr txBox="1"/>
            <p:nvPr/>
          </p:nvSpPr>
          <p:spPr>
            <a:xfrm>
              <a:off x="5208491" y="1936379"/>
              <a:ext cx="7709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S2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27C52D-D192-4360-A783-3B5B7281F6D9}"/>
                </a:ext>
              </a:extLst>
            </p:cNvPr>
            <p:cNvSpPr txBox="1"/>
            <p:nvPr/>
          </p:nvSpPr>
          <p:spPr>
            <a:xfrm>
              <a:off x="6382868" y="1936379"/>
              <a:ext cx="7709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S3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113CCE-AE53-4D02-AA94-F1C37C3231AC}"/>
                </a:ext>
              </a:extLst>
            </p:cNvPr>
            <p:cNvSpPr txBox="1"/>
            <p:nvPr/>
          </p:nvSpPr>
          <p:spPr>
            <a:xfrm>
              <a:off x="7458633" y="1936379"/>
              <a:ext cx="7709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S4</a:t>
              </a: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47EFC78E-E8FB-4856-A2C2-52F1DF147FE1}"/>
                </a:ext>
              </a:extLst>
            </p:cNvPr>
            <p:cNvSpPr/>
            <p:nvPr/>
          </p:nvSpPr>
          <p:spPr>
            <a:xfrm>
              <a:off x="4823012" y="2967318"/>
              <a:ext cx="365760" cy="274320"/>
            </a:xfrm>
            <a:prstGeom prst="rightArrow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016C8EBA-4371-49C3-B31E-A10C26B30FE0}"/>
                </a:ext>
              </a:extLst>
            </p:cNvPr>
            <p:cNvSpPr/>
            <p:nvPr/>
          </p:nvSpPr>
          <p:spPr>
            <a:xfrm>
              <a:off x="5952565" y="3003177"/>
              <a:ext cx="365760" cy="274320"/>
            </a:xfrm>
            <a:prstGeom prst="rightArrow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C236657A-7AA6-4986-AA26-563BCA9F94FB}"/>
                </a:ext>
              </a:extLst>
            </p:cNvPr>
            <p:cNvSpPr/>
            <p:nvPr/>
          </p:nvSpPr>
          <p:spPr>
            <a:xfrm>
              <a:off x="7100047" y="2967318"/>
              <a:ext cx="365760" cy="274320"/>
            </a:xfrm>
            <a:prstGeom prst="rightArrow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4868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0FDD231-8B50-471C-AAD5-07D483191C18}"/>
              </a:ext>
            </a:extLst>
          </p:cNvPr>
          <p:cNvGrpSpPr/>
          <p:nvPr/>
        </p:nvGrpSpPr>
        <p:grpSpPr>
          <a:xfrm>
            <a:off x="2994212" y="1030948"/>
            <a:ext cx="5611906" cy="3558981"/>
            <a:chOff x="2994212" y="1030948"/>
            <a:chExt cx="5611906" cy="355898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653A136-6F51-4A26-8B34-D68A730D0B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4" t="15862" r="1648" b="4138"/>
            <a:stretch/>
          </p:blipFill>
          <p:spPr>
            <a:xfrm>
              <a:off x="2994212" y="1470212"/>
              <a:ext cx="5611906" cy="3119717"/>
            </a:xfrm>
            <a:prstGeom prst="rect">
              <a:avLst/>
            </a:prstGeom>
          </p:spPr>
        </p:pic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E1C6073A-D1EA-46C1-AEA9-0A158F75CA42}"/>
                </a:ext>
              </a:extLst>
            </p:cNvPr>
            <p:cNvSpPr/>
            <p:nvPr/>
          </p:nvSpPr>
          <p:spPr>
            <a:xfrm>
              <a:off x="4052047" y="2187389"/>
              <a:ext cx="365760" cy="274320"/>
            </a:xfrm>
            <a:prstGeom prst="rightArrow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470CFB1-6C1D-4F4D-850D-1A41075CD207}"/>
                </a:ext>
              </a:extLst>
            </p:cNvPr>
            <p:cNvSpPr txBox="1"/>
            <p:nvPr/>
          </p:nvSpPr>
          <p:spPr>
            <a:xfrm>
              <a:off x="3065923" y="1030948"/>
              <a:ext cx="7709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S1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863B0D-DC88-4207-988A-EBDCCB10CBB0}"/>
                </a:ext>
              </a:extLst>
            </p:cNvPr>
            <p:cNvSpPr txBox="1"/>
            <p:nvPr/>
          </p:nvSpPr>
          <p:spPr>
            <a:xfrm>
              <a:off x="4442006" y="1030948"/>
              <a:ext cx="7709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S2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22F937-E4DB-48BB-A02B-518CDBB2E210}"/>
                </a:ext>
              </a:extLst>
            </p:cNvPr>
            <p:cNvSpPr txBox="1"/>
            <p:nvPr/>
          </p:nvSpPr>
          <p:spPr>
            <a:xfrm>
              <a:off x="5602936" y="1030948"/>
              <a:ext cx="7709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S3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407468A-D753-434C-BA89-433C79B0338F}"/>
                </a:ext>
              </a:extLst>
            </p:cNvPr>
            <p:cNvSpPr txBox="1"/>
            <p:nvPr/>
          </p:nvSpPr>
          <p:spPr>
            <a:xfrm>
              <a:off x="6719041" y="1030948"/>
              <a:ext cx="7709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S4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F3FD90-C6F3-40D3-88C9-5D77CA0E19D9}"/>
                </a:ext>
              </a:extLst>
            </p:cNvPr>
            <p:cNvSpPr txBox="1"/>
            <p:nvPr/>
          </p:nvSpPr>
          <p:spPr>
            <a:xfrm>
              <a:off x="7700676" y="1030948"/>
              <a:ext cx="7709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S5</a:t>
              </a:r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19C7A302-731E-4FD8-9C14-22DC7B503B96}"/>
                </a:ext>
              </a:extLst>
            </p:cNvPr>
            <p:cNvSpPr/>
            <p:nvPr/>
          </p:nvSpPr>
          <p:spPr>
            <a:xfrm>
              <a:off x="5253317" y="2205318"/>
              <a:ext cx="365760" cy="274320"/>
            </a:xfrm>
            <a:prstGeom prst="rightArrow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BCDE1D0E-0885-459E-90E7-9D357B6598CD}"/>
                </a:ext>
              </a:extLst>
            </p:cNvPr>
            <p:cNvSpPr/>
            <p:nvPr/>
          </p:nvSpPr>
          <p:spPr>
            <a:xfrm>
              <a:off x="6445623" y="2241177"/>
              <a:ext cx="365760" cy="274320"/>
            </a:xfrm>
            <a:prstGeom prst="rightArrow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75A559BE-FD56-4CEA-8A4A-4BF8B48AAB37}"/>
                </a:ext>
              </a:extLst>
            </p:cNvPr>
            <p:cNvSpPr/>
            <p:nvPr/>
          </p:nvSpPr>
          <p:spPr>
            <a:xfrm>
              <a:off x="7404847" y="2241177"/>
              <a:ext cx="365760" cy="274320"/>
            </a:xfrm>
            <a:prstGeom prst="rightArrow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87052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16052</TotalTime>
  <Words>18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Arouna Dissa</dc:creator>
  <cp:lastModifiedBy>Arouna Dissa</cp:lastModifiedBy>
  <cp:revision>2</cp:revision>
  <dcterms:created xsi:type="dcterms:W3CDTF">2025-05-16T18:15:26Z</dcterms:created>
  <dcterms:modified xsi:type="dcterms:W3CDTF">2025-05-27T21:47:42Z</dcterms:modified>
</cp:coreProperties>
</file>